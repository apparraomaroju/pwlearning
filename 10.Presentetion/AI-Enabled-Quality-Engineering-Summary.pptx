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AI-Enabled Quality Engineering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B4C7E7"/>
                </a:solidFill>
                <a:latin typeface="Calibri"/>
              </a:rPr>
              <a:t>How we work and plan with AI on test management — prompt-driven today, intelligent &amp; governed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256032"/>
            <a:ext cx="1554480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• QE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HOW WE WORK TODAY  —  CONTEXT ENGINEERING + GITHUB COPILOT IN THE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2633472" cy="54864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Manual Testers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Domain expertise &amp; test intent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1536192"/>
            <a:ext cx="137160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82112" y="1389888"/>
            <a:ext cx="2633472" cy="54864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Context Engineering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Purpose-built prompts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33872" y="1536192"/>
            <a:ext cx="137160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52744" y="1389888"/>
            <a:ext cx="2633472" cy="54864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GitHub Copilot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AI drafting &amp;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04504" y="1536192"/>
            <a:ext cx="137160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23376" y="1389888"/>
            <a:ext cx="2633472" cy="548640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Test Artifacts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Plan • Cases • Bugs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066543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" y="2212848"/>
            <a:ext cx="365760" cy="365760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139696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Test Plan Creation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Prompt-driven scope, strategy, risk &amp; exit criteria — testers validate.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“Draft a test plan for the payment module – scope, risks, criteria.”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2066543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712" y="2212848"/>
            <a:ext cx="365760" cy="365760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6" y="2139696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Test Design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Cases, scenarios &amp; test data from requirements &amp; acceptance criteria.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“Generate positive, negative &amp; boundary test cases for this story.”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066543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81928" y="2212848"/>
            <a:ext cx="365760" cy="365760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139696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Bug Creation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Evidence-backed bug reports with repro steps, severity &amp; impact.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“Turn this failure log into a structured bug report.”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066543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53144" y="2212848"/>
            <a:ext cx="365760" cy="365760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139696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Bug Triage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AI summaries, grouping &amp; duplicate detection accelerate triage.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00" b="0" i="1">
                <a:solidFill>
                  <a:srgbClr val="2E74B5"/>
                </a:solidFill>
                <a:latin typeface="Calibri"/>
              </a:rPr>
              <a:t>“Summarize &amp; group today’s defects by module and severity.”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401568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OUR ROADMAP  —  FROM ASSISTED TO INTELLIGENT, GOVERNED QE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675887"/>
            <a:ext cx="3675887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785615"/>
            <a:ext cx="3493008" cy="384048"/>
          </a:xfrm>
          <a:prstGeom prst="roundRect">
            <a:avLst>
              <a:gd name="adj" fmla="val 2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1 — NOW  · 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2611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Prompt &amp; context engineering with GitHub Copilot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Test plans • test design • bug creation • bug triage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Human-in-the-loop: AI drafts, testers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047488"/>
            <a:ext cx="3291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E74B5"/>
                </a:solidFill>
                <a:latin typeface="Calibri"/>
              </a:rPr>
              <a:t>▸  Faster, consistent test assets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42232" y="4315968"/>
            <a:ext cx="146304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33672" y="3675887"/>
            <a:ext cx="3675887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25112" y="3785615"/>
            <a:ext cx="3493008" cy="384048"/>
          </a:xfrm>
          <a:prstGeom prst="roundRect">
            <a:avLst>
              <a:gd name="adj" fmla="val 2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2 — NEXT  ·  INTELLIGENT &amp; ADAPTIVE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2611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RAG-based regression test-case identification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Retrieval over requirements, defects &amp; history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Testing AI applications and AI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047488"/>
            <a:ext cx="3291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D7D31"/>
                </a:solidFill>
                <a:latin typeface="Calibri"/>
              </a:rPr>
              <a:t>▸  Requirement-linked, model-grounded suites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64424" y="4315968"/>
            <a:ext cx="146304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55863" y="3675887"/>
            <a:ext cx="3675887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47303" y="3785615"/>
            <a:ext cx="3493008" cy="384048"/>
          </a:xfrm>
          <a:prstGeom prst="roundRect">
            <a:avLst>
              <a:gd name="adj" fmla="val 2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3 — BEYOND  ·  AUTOMATED &amp; GOVERNED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42611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AI DevOps — self-healing pipelines, continuous QE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AI Governance — policy, risk, privacy, compliance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Explainable, auditable quality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1" y="5047488"/>
            <a:ext cx="3291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48235"/>
                </a:solidFill>
                <a:latin typeface="Calibri"/>
              </a:rPr>
              <a:t>▸  Trust, transparency &amp; enterprise readiness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486400"/>
            <a:ext cx="11365992" cy="4572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KEY ENABLERS:  Prompt &amp; Template Library  ·  RAG Knowledge Base  ·  Human-in-the-Loop Review Gates  ·  AI Governance &amp; Guardrails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6053328"/>
            <a:ext cx="11365992" cy="36576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AI drafts, accelerates and scales — testers review, decide, and own quality.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0B0B0"/>
                </a:solidFill>
                <a:latin typeface="Calibri"/>
              </a:rPr>
              <a:t>QE Townhall  •  AI-Enabled Quality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547104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B0B0B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Quality Engineering — Summary</dc:title>
  <dc:subject/>
  <dc:creator>QE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